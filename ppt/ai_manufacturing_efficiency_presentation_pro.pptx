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91731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8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1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3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6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3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4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7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0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4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21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51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0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39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3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3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Manufacturing Efficiency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Using Sensor, Production, and 6G Network Data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Prepared by: Yub</a:t>
            </a:r>
            <a:r>
              <a:rPr lang="en-US" dirty="0"/>
              <a:t>a</a:t>
            </a:r>
            <a:r>
              <a:rPr dirty="0"/>
              <a:t>raj Mahato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internship ID: UMID25122576211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factories generate large amounts of sensor and network data.</a:t>
            </a:r>
          </a:p>
          <a:p>
            <a:r>
              <a:t>Manufacturing efficiency can fluctuate due to machine conditions and network stability.</a:t>
            </a:r>
          </a:p>
          <a:p>
            <a:r>
              <a:t>AI models can help classify efficiency levels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Manufacturing teams face:</a:t>
            </a:r>
          </a:p>
          <a:p>
            <a:r>
              <a:t>• Delayed detection of efficiency degradation</a:t>
            </a:r>
          </a:p>
          <a:p>
            <a:r>
              <a:t>• Manual monitoring of many metrics</a:t>
            </a:r>
          </a:p>
          <a:p>
            <a:r>
              <a:t>• Lack of automated efficiency classification</a:t>
            </a:r>
          </a:p>
          <a:p>
            <a:r>
              <a:t>Goal: Build an AI system to classify efficiency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manufacturing sensor and production data</a:t>
            </a:r>
          </a:p>
          <a:p>
            <a:r>
              <a:t>• Build machine learning models to classify efficiency</a:t>
            </a:r>
          </a:p>
          <a:p>
            <a:r>
              <a:t>• Identify key factors affecting manufacturing performance</a:t>
            </a:r>
          </a:p>
          <a:p>
            <a:r>
              <a:t>• Deploy model using a Streamlit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Thales Group Manufacturing Dataset</a:t>
            </a:r>
          </a:p>
          <a:p>
            <a:r>
              <a:t>Records: 100,000+ machine observations</a:t>
            </a:r>
          </a:p>
          <a:p>
            <a:r>
              <a:t>Includes sensor data, production metrics, and network statistics.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Temperature_C</a:t>
            </a:r>
          </a:p>
          <a:p>
            <a:r>
              <a:t>Vibration_Hz</a:t>
            </a:r>
          </a:p>
          <a:p>
            <a:r>
              <a:t>Power_Consumption_kW</a:t>
            </a:r>
          </a:p>
          <a:p>
            <a:r>
              <a:t>Network_Latency_ms</a:t>
            </a:r>
          </a:p>
          <a:p>
            <a:r>
              <a:t>Packet_Loss_%</a:t>
            </a:r>
          </a:p>
          <a:p>
            <a:r>
              <a:t>Production_Speed_units_per_hr</a:t>
            </a:r>
          </a:p>
          <a:p>
            <a:r>
              <a:t>Error_Rate_%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Efficiency_Status</a:t>
            </a:r>
          </a:p>
          <a:p>
            <a:endParaRPr/>
          </a:p>
          <a:p>
            <a:r>
              <a:t>Classifies machine efficiency into:</a:t>
            </a:r>
          </a:p>
          <a:p>
            <a:r>
              <a:t>• High</a:t>
            </a:r>
          </a:p>
          <a:p>
            <a:r>
              <a:t>• Medium</a:t>
            </a:r>
          </a:p>
          <a:p>
            <a:r>
              <a:t>• 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Combined Date and Timestamp</a:t>
            </a:r>
          </a:p>
          <a:p>
            <a:r>
              <a:t>• Encoded categorical variables</a:t>
            </a:r>
          </a:p>
          <a:p>
            <a:r>
              <a:t>• Created engineered features</a:t>
            </a:r>
          </a:p>
          <a:p>
            <a:r>
              <a:t>• Split dataset into training and testing 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performed to understand relationships between:</a:t>
            </a:r>
          </a:p>
          <a:p>
            <a:r>
              <a:t>• Temperature and error rate</a:t>
            </a:r>
          </a:p>
          <a:p>
            <a:r>
              <a:t>• Vibration and maintenance score</a:t>
            </a:r>
          </a:p>
          <a:p>
            <a:r>
              <a:t>• Production speed and efficiency</a:t>
            </a:r>
          </a:p>
          <a:p>
            <a:r>
              <a:t>• Network reliability and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tested:</a:t>
            </a:r>
          </a:p>
          <a:p>
            <a:r>
              <a:t>• Logistic Regression (baseline)</a:t>
            </a:r>
          </a:p>
          <a:p>
            <a:r>
              <a:t>• Random Forest Classifier</a:t>
            </a:r>
          </a:p>
          <a:p>
            <a:r>
              <a:t>• XGBoost Classifier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Classifier selected.</a:t>
            </a:r>
          </a:p>
          <a:p>
            <a:r>
              <a:t>Parameters:</a:t>
            </a:r>
          </a:p>
          <a:p>
            <a:r>
              <a:t>• 200 trees</a:t>
            </a:r>
          </a:p>
          <a:p>
            <a:r>
              <a:t>• Random state = 42</a:t>
            </a:r>
          </a:p>
          <a:p>
            <a:r>
              <a:t>Provides strong performance on tabular industrial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Evaluation metrics used:</a:t>
            </a:r>
          </a:p>
          <a:p>
            <a:r>
              <a:t>• Accuracy</a:t>
            </a:r>
          </a:p>
          <a:p>
            <a:r>
              <a:t>• Precision</a:t>
            </a:r>
          </a:p>
          <a:p>
            <a:r>
              <a:t>• Recall</a:t>
            </a:r>
          </a:p>
          <a:p>
            <a:r>
              <a:t>• F1 Score</a:t>
            </a:r>
          </a:p>
          <a:p>
            <a:endParaRPr/>
          </a:p>
          <a:p>
            <a:r>
              <a:t>Accuracy achieved: ~90%+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factors affecting manufacturing efficiency:</a:t>
            </a:r>
          </a:p>
          <a:p>
            <a:r>
              <a:t>• Error Rate</a:t>
            </a:r>
          </a:p>
          <a:p>
            <a:r>
              <a:t>• Temperature</a:t>
            </a:r>
          </a:p>
          <a:p>
            <a:r>
              <a:t>• Production Speed</a:t>
            </a:r>
          </a:p>
          <a:p>
            <a:r>
              <a:t>• Network Latency</a:t>
            </a:r>
          </a:p>
          <a:p>
            <a:r>
              <a:t>• Maintenance 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deployed using Streamlit.</a:t>
            </a:r>
          </a:p>
          <a:p>
            <a:endParaRPr/>
          </a:p>
          <a:p>
            <a:r>
              <a:t>Dashboard capabilities:</a:t>
            </a:r>
          </a:p>
          <a:p>
            <a:r>
              <a:t>• Real-time efficiency prediction</a:t>
            </a:r>
          </a:p>
          <a:p>
            <a:r>
              <a:t>• Sensor input interface</a:t>
            </a:r>
          </a:p>
          <a:p>
            <a:r>
              <a:t>• Model integration with saved .pkl 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can help factories monitor efficiency automatically.</a:t>
            </a:r>
          </a:p>
          <a:p>
            <a:r>
              <a:t>Machine learning enables early detection of performance issues.</a:t>
            </a:r>
          </a:p>
          <a:p>
            <a:r>
              <a:t>Supports smarter decision-making in modern manufacturing.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real-time IoT data integration</a:t>
            </a:r>
          </a:p>
          <a:p>
            <a:r>
              <a:t>• Use deep learning models</a:t>
            </a:r>
          </a:p>
          <a:p>
            <a:r>
              <a:t>• Deploy system in cloud environment</a:t>
            </a:r>
          </a:p>
          <a:p>
            <a:r>
              <a:t>• Build full smart factory monitoring dashboard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</TotalTime>
  <Words>417</Words>
  <Application>Microsoft Office PowerPoint</Application>
  <PresentationFormat>On-screen Show (4:3)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Corbel</vt:lpstr>
      <vt:lpstr>Parallax</vt:lpstr>
      <vt:lpstr>AI-Based Manufacturing Efficiency Classification</vt:lpstr>
      <vt:lpstr>Introduction</vt:lpstr>
      <vt:lpstr>Problem Statement</vt:lpstr>
      <vt:lpstr>Project Objectives</vt:lpstr>
      <vt:lpstr>Dataset Overview</vt:lpstr>
      <vt:lpstr>Important Features</vt:lpstr>
      <vt:lpstr>Target Variable</vt:lpstr>
      <vt:lpstr>Data Preprocessing</vt:lpstr>
      <vt:lpstr>Exploratory Data Analysis</vt:lpstr>
      <vt:lpstr>Machine Learning Models</vt:lpstr>
      <vt:lpstr>Final Model</vt:lpstr>
      <vt:lpstr>Model Evaluation</vt:lpstr>
      <vt:lpstr>Feature Importance</vt:lpstr>
      <vt:lpstr>Deployment</vt:lpstr>
      <vt:lpstr>Conclusion</vt:lpstr>
      <vt:lpstr>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yubaraj mahato</cp:lastModifiedBy>
  <cp:revision>2</cp:revision>
  <dcterms:created xsi:type="dcterms:W3CDTF">2013-01-27T09:14:16Z</dcterms:created>
  <dcterms:modified xsi:type="dcterms:W3CDTF">2026-03-16T05:31:41Z</dcterms:modified>
  <cp:category/>
</cp:coreProperties>
</file>